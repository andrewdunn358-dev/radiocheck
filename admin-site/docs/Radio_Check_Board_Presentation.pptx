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Radio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9A227"/>
                </a:solidFill>
              </a:defRPr>
            </a:pPr>
            <a:r>
              <a:t>Veterans Mental Health &amp; Peer Support Platform</a:t>
            </a:r>
            <a:br/>
            <a:r>
              <a:t>Board Presentation -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Comprehensive mental health platform for UK military veterans</a:t>
            </a:r>
          </a:p>
          <a:p>
            <a:pPr>
              <a:spcAft>
                <a:spcPts val="1400"/>
              </a:spcAft>
              <a:defRPr sz="2200"/>
            </a:pPr>
            <a:r>
              <a:t>• 24/7 access to AI-powered support companions</a:t>
            </a:r>
          </a:p>
          <a:p>
            <a:pPr>
              <a:spcAft>
                <a:spcPts val="1400"/>
              </a:spcAft>
              <a:defRPr sz="2200"/>
            </a:pPr>
            <a:r>
              <a:t>• Peer support networks and professional counselling</a:t>
            </a:r>
          </a:p>
          <a:p>
            <a:pPr>
              <a:spcAft>
                <a:spcPts val="1400"/>
              </a:spcAft>
              <a:defRPr sz="2200"/>
            </a:pPr>
            <a:r>
              <a:t>• 4 interconnected platforms working seamlessly</a:t>
            </a:r>
          </a:p>
          <a:p>
            <a:pPr>
              <a:spcAft>
                <a:spcPts val="1400"/>
              </a:spcAft>
              <a:defRPr sz="2200"/>
            </a:pPr>
            <a:r>
              <a:t>• 7 unique AI Support Characters</a:t>
            </a:r>
          </a:p>
          <a:p>
            <a:pPr>
              <a:spcAft>
                <a:spcPts val="1400"/>
              </a:spcAft>
              <a:defRPr sz="2200"/>
            </a:pPr>
            <a:r>
              <a:t>• Enterprise-grade security with GDPR/BACP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Platform Components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1A3C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Primary veteran-facing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Veterans &amp; families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Staff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Peer supporter &amp; counsellor workspace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Support staff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Admin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System administration &amp;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Administrators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Marketing 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Public information &amp; downloads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General public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Live Platform URLs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URL</a:t>
                      </a:r>
                    </a:p>
                  </a:txBody>
                  <a:tcPr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Hosting</a:t>
                      </a:r>
                    </a:p>
                  </a:txBody>
                  <a:tcPr>
                    <a:solidFill>
                      <a:srgbClr val="1A3C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app.radiocheck.me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Vercel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Staff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staff.radiocheck.me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Admin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admin.radiocheck.me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Backend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veterans-support-api.onrender.com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Render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Support Companions (24/7)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Tommy - Battle Buddy: Straightforward military peer support</a:t>
            </a:r>
          </a:p>
          <a:p>
            <a:pPr>
              <a:spcAft>
                <a:spcPts val="1400"/>
              </a:spcAft>
              <a:defRPr sz="2200"/>
            </a:pPr>
            <a:r>
              <a:t>• Doris - Emotional Support: Nurturing, compassionate listener</a:t>
            </a:r>
          </a:p>
          <a:p>
            <a:pPr>
              <a:spcAft>
                <a:spcPts val="1400"/>
              </a:spcAft>
              <a:defRPr sz="2200"/>
            </a:pPr>
            <a:r>
              <a:t>• Bob - Para Veteran: Real-talk from ex-Parachute Regiment</a:t>
            </a:r>
          </a:p>
          <a:p>
            <a:pPr>
              <a:spcAft>
                <a:spcPts val="1400"/>
              </a:spcAft>
              <a:defRPr sz="2200"/>
            </a:pPr>
            <a:r>
              <a:t>• Finch - Military Law: UK military legal expertise</a:t>
            </a:r>
          </a:p>
          <a:p>
            <a:pPr>
              <a:spcAft>
                <a:spcPts val="1400"/>
              </a:spcAft>
              <a:defRPr sz="2200"/>
            </a:pPr>
            <a:r>
              <a:t>• Margie - Addiction Support: Alcohol, drugs, gambling specialist</a:t>
            </a:r>
          </a:p>
          <a:p>
            <a:pPr>
              <a:spcAft>
                <a:spcPts val="1400"/>
              </a:spcAft>
              <a:defRPr sz="2200"/>
            </a:pPr>
            <a:r>
              <a:t>• Hugo - Wellbeing Coach: Mental health and daily habits</a:t>
            </a:r>
          </a:p>
          <a:p>
            <a:pPr>
              <a:spcAft>
                <a:spcPts val="1400"/>
              </a:spcAft>
              <a:defRPr sz="2200"/>
            </a:pPr>
            <a:r>
              <a:t>• Rita - Family Support: For partners, spouses, loved 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Mobile Application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Crisis Support - One-tap access to emergency helplines</a:t>
            </a:r>
          </a:p>
          <a:p>
            <a:pPr>
              <a:spcAft>
                <a:spcPts val="1200"/>
              </a:spcAft>
              <a:defRPr sz="2000"/>
            </a:pPr>
            <a:r>
              <a:t>• AI Chat - 7 specialized support characters</a:t>
            </a:r>
          </a:p>
          <a:p>
            <a:pPr>
              <a:spcAft>
                <a:spcPts val="1200"/>
              </a:spcAft>
              <a:defRPr sz="2000"/>
            </a:pPr>
            <a:r>
              <a:t>• Peer Support - Connect with trained veteran supporters</a:t>
            </a:r>
          </a:p>
          <a:p>
            <a:pPr>
              <a:spcAft>
                <a:spcPts val="1200"/>
              </a:spcAft>
              <a:defRPr sz="2000"/>
            </a:pPr>
            <a:r>
              <a:t>• Callback Requests - Schedule calls from staff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Self-Care Tools - Mood journal, breathing exercises, grounding</a:t>
            </a:r>
          </a:p>
          <a:p>
            <a:pPr>
              <a:spcAft>
                <a:spcPts val="1200"/>
              </a:spcAft>
              <a:defRPr sz="2000"/>
            </a:pPr>
            <a:r>
              <a:t>• Mental Health Screening - PHQ-9 and GAD-7 assessments</a:t>
            </a:r>
          </a:p>
          <a:p>
            <a:pPr>
              <a:spcAft>
                <a:spcPts val="1200"/>
              </a:spcAft>
              <a:defRPr sz="2000"/>
            </a:pPr>
            <a:r>
              <a:t>• Support Organizations Directory</a:t>
            </a:r>
          </a:p>
          <a:p>
            <a:pPr>
              <a:spcAft>
                <a:spcPts val="1200"/>
              </a:spcAft>
              <a:defRPr sz="2000"/>
            </a:pPr>
            <a:r>
              <a:t>• Dark/Light Theme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Staff Portal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Live Dashboard - Online staff count, metrics</a:t>
            </a:r>
          </a:p>
          <a:p>
            <a:pPr>
              <a:spcAft>
                <a:spcPts val="1400"/>
              </a:spcAft>
              <a:defRPr sz="2200"/>
            </a:pPr>
            <a:r>
              <a:t>• Shift Calendar - Monthly view with staff names</a:t>
            </a:r>
          </a:p>
          <a:p>
            <a:pPr>
              <a:spcAft>
                <a:spcPts val="1400"/>
              </a:spcAft>
              <a:defRPr sz="2200"/>
            </a:pPr>
            <a:r>
              <a:t>• Shift Swap System - Request and approve swaps</a:t>
            </a:r>
          </a:p>
          <a:p>
            <a:pPr>
              <a:spcAft>
                <a:spcPts val="1400"/>
              </a:spcAft>
              <a:defRPr sz="2200"/>
            </a:pPr>
            <a:r>
              <a:t>• Callback Queue - Manage incoming requests</a:t>
            </a:r>
          </a:p>
          <a:p>
            <a:pPr>
              <a:spcAft>
                <a:spcPts val="1400"/>
              </a:spcAft>
              <a:defRPr sz="2200"/>
            </a:pPr>
            <a:r>
              <a:t>• Live Chat - Real-time text support</a:t>
            </a:r>
          </a:p>
          <a:p>
            <a:pPr>
              <a:spcAft>
                <a:spcPts val="1400"/>
              </a:spcAft>
              <a:defRPr sz="2200"/>
            </a:pPr>
            <a:r>
              <a:t>• WebRTC Audio Calls - Peer-to-peer voice calls</a:t>
            </a:r>
          </a:p>
          <a:p>
            <a:pPr>
              <a:spcAft>
                <a:spcPts val="1400"/>
              </a:spcAft>
              <a:defRPr sz="2200"/>
            </a:pPr>
            <a:r>
              <a:t>• Safeguarding Alerts - Risk monitoring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Admin Portal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User Management - Full user directory and roles</a:t>
            </a:r>
          </a:p>
          <a:p>
            <a:pPr>
              <a:spcAft>
                <a:spcPts val="1400"/>
              </a:spcAft>
              <a:defRPr sz="2200"/>
            </a:pPr>
            <a:r>
              <a:t>• Staff Management - Counsellors and peer supporters</a:t>
            </a:r>
          </a:p>
          <a:p>
            <a:pPr>
              <a:spcAft>
                <a:spcPts val="1400"/>
              </a:spcAft>
              <a:defRPr sz="2200"/>
            </a:pPr>
            <a:r>
              <a:t>• Content Management System (CMS) - Edit all app content</a:t>
            </a:r>
          </a:p>
          <a:p>
            <a:pPr>
              <a:spcAft>
                <a:spcPts val="1400"/>
              </a:spcAft>
              <a:defRPr sz="2200"/>
            </a:pPr>
            <a:r>
              <a:t>• Beta Feedback System - Survey management and analytics</a:t>
            </a:r>
          </a:p>
          <a:p>
            <a:pPr>
              <a:spcAft>
                <a:spcPts val="1400"/>
              </a:spcAft>
              <a:defRPr sz="2200"/>
            </a:pPr>
            <a:r>
              <a:t>• Compliance Documents - ROPA, GDPR, BACP downloads</a:t>
            </a:r>
          </a:p>
          <a:p>
            <a:pPr>
              <a:spcAft>
                <a:spcPts val="1400"/>
              </a:spcAft>
              <a:defRPr sz="2200"/>
            </a:pPr>
            <a:r>
              <a:t>• Logs &amp; Analytics - Call logs, chat history, alerts</a:t>
            </a:r>
          </a:p>
          <a:p>
            <a:pPr>
              <a:spcAft>
                <a:spcPts val="1400"/>
              </a:spcAft>
              <a:defRPr sz="2200"/>
            </a:pPr>
            <a:r>
              <a:t>• Organization Directory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1A3C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React Native (Expo)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Cross-platform: iOS, Android, Web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Python FastAPI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High-performance async API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MongoDB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Flexible document storage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AI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OpenAI GPT-4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Intelligent chat companions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Transactional email service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JWT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Secure session management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GDPR Compliance - Consent management, data export, right to deletion</a:t>
            </a:r>
          </a:p>
          <a:p>
            <a:pPr>
              <a:spcAft>
                <a:spcPts val="1200"/>
              </a:spcAft>
              <a:defRPr sz="2000"/>
            </a:pPr>
            <a:r>
              <a:t>• BACP Clinical Standards - Ethical framework, safeguarding protocols</a:t>
            </a:r>
          </a:p>
          <a:p>
            <a:pPr>
              <a:spcAft>
                <a:spcPts val="1200"/>
              </a:spcAft>
              <a:defRPr sz="2000"/>
            </a:pPr>
            <a:r>
              <a:t>• HTTPS Everywhere - TLS encryption on all endpoints</a:t>
            </a:r>
          </a:p>
          <a:p>
            <a:pPr>
              <a:spcAft>
                <a:spcPts val="1200"/>
              </a:spcAft>
              <a:defRPr sz="2000"/>
            </a:pPr>
            <a:r>
              <a:t>• JWT Authentication - Secure token-based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Password Hashing - bcrypt with salt</a:t>
            </a:r>
          </a:p>
          <a:p>
            <a:pPr>
              <a:spcAft>
                <a:spcPts val="1200"/>
              </a:spcAft>
              <a:defRPr sz="2000"/>
            </a:pPr>
            <a:r>
              <a:t>• Session Timeout - 2-hour inactivity logout</a:t>
            </a:r>
          </a:p>
          <a:p>
            <a:pPr>
              <a:spcAft>
                <a:spcPts val="1200"/>
              </a:spcAft>
              <a:defRPr sz="2000"/>
            </a:pPr>
            <a:r>
              <a:t>• Rate Limiting - IP-based request throttling</a:t>
            </a:r>
          </a:p>
          <a:p>
            <a:pPr>
              <a:spcAft>
                <a:spcPts val="1200"/>
              </a:spcAft>
              <a:defRPr sz="2000"/>
            </a:pPr>
            <a:r>
              <a:t>• Field Encryption - Sensitive data encrypted at rest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Development Investment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Hours</a:t>
                      </a:r>
                    </a:p>
                  </a:txBody>
                  <a:tcPr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1A3C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Mobile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Admin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Staff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Backend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Security &amp;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Marketing 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1,640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Equivalent Commercial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Total Development Hours: 1,640 hours</a:t>
            </a:r>
          </a:p>
          <a:p>
            <a:pPr>
              <a:spcAft>
                <a:spcPts val="1400"/>
              </a:spcAft>
              <a:defRPr sz="2200"/>
            </a:pPr>
            <a:r>
              <a:t>• Junior Developer Rate (£50/hr): £82,000</a:t>
            </a:r>
          </a:p>
          <a:p>
            <a:pPr>
              <a:spcAft>
                <a:spcPts val="1400"/>
              </a:spcAft>
              <a:defRPr sz="2200"/>
            </a:pPr>
            <a:r>
              <a:t>• Mid-level Developer Rate (£80/hr): £131,200</a:t>
            </a:r>
          </a:p>
          <a:p>
            <a:pPr>
              <a:spcAft>
                <a:spcPts val="1400"/>
              </a:spcAft>
              <a:defRPr sz="2200"/>
            </a:pPr>
            <a:r>
              <a:t>• Senior Developer Rate (£120/hr): £196,800</a:t>
            </a:r>
          </a:p>
          <a:p>
            <a:pPr>
              <a:spcAft>
                <a:spcPts val="1400"/>
              </a:spcAft>
              <a:defRPr sz="2200"/>
            </a:pPr>
            <a:r>
              <a:t>• Blended Rate Estimate (£85/hr): £139,400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Note: Excludes UI/UX design, project management,</a:t>
            </a:r>
          </a:p>
          <a:p>
            <a:pPr>
              <a:spcAft>
                <a:spcPts val="1400"/>
              </a:spcAft>
              <a:defRPr sz="2200"/>
            </a:pPr>
            <a:r>
              <a:t>• QA testing, hosting, and ongoing maintenance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Phase 2 (Planned):</a:t>
            </a:r>
          </a:p>
          <a:p>
            <a:pPr>
              <a:spcAft>
                <a:spcPts val="1400"/>
              </a:spcAft>
              <a:defRPr sz="2200"/>
            </a:pPr>
            <a:r>
              <a:t>•   - Push Notifications for appointments</a:t>
            </a:r>
          </a:p>
          <a:p>
            <a:pPr>
              <a:spcAft>
                <a:spcPts val="1400"/>
              </a:spcAft>
              <a:defRPr sz="2200"/>
            </a:pPr>
            <a:r>
              <a:t>•   - Video Call Support (WebRTC)</a:t>
            </a:r>
          </a:p>
          <a:p>
            <a:pPr>
              <a:spcAft>
                <a:spcPts val="1400"/>
              </a:spcAft>
              <a:defRPr sz="2200"/>
            </a:pPr>
            <a:r>
              <a:t>•   - Enhanced Mood Tracking with graphs</a:t>
            </a:r>
          </a:p>
          <a:p>
            <a:pPr>
              <a:spcAft>
                <a:spcPts val="1400"/>
              </a:spcAft>
              <a:defRPr sz="2200"/>
            </a:pPr>
            <a:r>
              <a:t>•   - Welsh Language Support</a:t>
            </a:r>
          </a:p>
          <a:p>
            <a:pPr>
              <a:spcAft>
                <a:spcPts val="1400"/>
              </a:spcAft>
              <a:defRPr sz="2200"/>
            </a:pPr>
            <a:r>
              <a:t>•   - Structured CBT Courses</a:t>
            </a:r>
          </a:p>
          <a:p>
            <a:pPr>
              <a:spcAft>
                <a:spcPts val="1400"/>
              </a:spcAft>
              <a:defRPr sz="2200"/>
            </a:pPr>
            <a:r>
              <a:t>• </a:t>
            </a:r>
          </a:p>
          <a:p>
            <a:pPr>
              <a:spcAft>
                <a:spcPts val="1400"/>
              </a:spcAft>
              <a:defRPr sz="2200"/>
            </a:pPr>
            <a:r>
              <a:t>• Phase 3 (Future):</a:t>
            </a:r>
          </a:p>
          <a:p>
            <a:pPr>
              <a:spcAft>
                <a:spcPts val="1400"/>
              </a:spcAft>
              <a:defRPr sz="2200"/>
            </a:pPr>
            <a:r>
              <a:t>•   - App Store Release (iOS/Android)</a:t>
            </a:r>
          </a:p>
          <a:p>
            <a:pPr>
              <a:spcAft>
                <a:spcPts val="1400"/>
              </a:spcAft>
              <a:defRPr sz="2200"/>
            </a:pPr>
            <a:r>
              <a:t>•   - Offline Mode capabilities</a:t>
            </a:r>
          </a:p>
          <a:p>
            <a:pPr>
              <a:spcAft>
                <a:spcPts val="1400"/>
              </a:spcAft>
              <a:defRPr sz="2200"/>
            </a:pPr>
            <a:r>
              <a:t>•   - NHS Integration</a:t>
            </a:r>
          </a:p>
          <a:p>
            <a:pPr>
              <a:spcAft>
                <a:spcPts val="1400"/>
              </a:spcAft>
              <a:defRPr sz="2200"/>
            </a:pPr>
            <a:r>
              <a:t>•   - Multi-organization support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9A227"/>
                </a:solidFill>
              </a:defRPr>
            </a:pPr>
            <a:r>
              <a:t>Questions?</a:t>
            </a:r>
            <a:br/>
            <a:br/>
            <a:r>
              <a:t>app.radiocheck.me | admin.radiocheck.me | staff.radiocheck.me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