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Radio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0C4DE"/>
                </a:solidFill>
              </a:defRPr>
            </a:pPr>
            <a:r>
              <a:t>Feature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Comprehensive mental health platform for UK military veterans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24/7 AI-powered support companions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Peer support networks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Professional counselling services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Web-based application accessible anywhere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Crisis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One-tap access to emergency helplines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Samaritans integration (116 123)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Veterans UK Helpline (0808 1914 218)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NHS 111 non-emergency support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999 emergency services access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Automatic AI safeguarding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Support Companions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Character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Tommy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General peer support - squaddie tone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Doris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Emotional support - compassionate listener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Bob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Para veteran - ex-Parachute Regiment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Finch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Military law - UK legal specialist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Margie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Addiction - alcohol, drugs, gambling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Hugo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Wellbeing coach - mental health habits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Rita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Family support - partners &amp; loved ones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Peer Support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Talk to a Veteran - connect with trained supporters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Request a Callback - schedule calls from staff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Buddy Finder - match with compatible peers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Live Chat - real-time text support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Voice Calls - peer-to-peer audio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Self-Care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Mood Journal - daily emotional tracking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Mood Graph - visualise trends over time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Grounding Exercises - 5-4-3-2-1 technique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Breathing Exercises - guided relaxation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Wellness Resources - curated self-help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Mental Health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PHQ-9 Depression Assessment (9 questions)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GAD-7 Anxiety Assessment (7 questions)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Severity level interpretation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Share results with counsellor option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Automatic staff alerts for high-risk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Specialised Support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Historical Investigations - lawfare support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Criminal Justice - veterans in/leaving prison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Addictions Directory - substance and gambling resources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Family &amp; Friends - resources for loved ones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Regimental Associations - service-specific organisations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Support Organisations Directory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Staff Portal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Live dashboard with status overview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Shift calendar and availability management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Shift swap request system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Callback queue management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Live chat and voice call support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Safeguarding alert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Admin Portal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User and staff management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Content Management System (CMS)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Beta feedback survey system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Compliance documentation downloads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Logs and analytics dashboard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System health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GDPR compliant - consent, data export, deletion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BACP clinical standards - ethical framework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HTTPS encryption on all endpoints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JWT authentication with session timeout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Password hashing (bcrypt)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Rate limiting and input validation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Field-level encryption for sensitive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Platform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app.radiocheck.me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Staff Portal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staff.radiocheck.me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Admin Portal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admin.radiocheck.me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Radio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0C4DE"/>
                </a:solidFill>
              </a:defRPr>
            </a:pPr>
            <a:r>
              <a:t>Supporting Veterans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